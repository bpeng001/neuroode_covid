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6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69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f6542a19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f6542a19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f6542a1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f6542a1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f6542a19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f6542a19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f6542a19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f6542a19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f6542a19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f6542a19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Neuro-ODE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2025.01.30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step: Model </a:t>
            </a:r>
            <a:r>
              <a:rPr lang="en"/>
              <a:t>the change of variants</a:t>
            </a:r>
            <a:r>
              <a:rPr lang="en"/>
              <a:t> over time based on data.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Exploratory</a:t>
            </a:r>
            <a:r>
              <a:rPr lang="en"/>
              <a:t> visualization for variants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collection for factors (e.g. climate, mobility, hospitalization/ED…)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Variable selection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variant_hosp_correl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25" y="0"/>
            <a:ext cx="8368824" cy="59660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" name="Google Shape;67;p15"/>
          <p:cNvCxnSpPr/>
          <p:nvPr/>
        </p:nvCxnSpPr>
        <p:spPr>
          <a:xfrm flipH="1">
            <a:off x="1303525" y="265625"/>
            <a:ext cx="13200" cy="449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8" name="Google Shape;68;p15"/>
          <p:cNvCxnSpPr/>
          <p:nvPr/>
        </p:nvCxnSpPr>
        <p:spPr>
          <a:xfrm>
            <a:off x="2262900" y="259175"/>
            <a:ext cx="0" cy="45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9" name="Google Shape;69;p15"/>
          <p:cNvCxnSpPr/>
          <p:nvPr/>
        </p:nvCxnSpPr>
        <p:spPr>
          <a:xfrm flipH="1">
            <a:off x="3676650" y="252575"/>
            <a:ext cx="13200" cy="45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70" name="Google Shape;70;p15"/>
          <p:cNvCxnSpPr/>
          <p:nvPr/>
        </p:nvCxnSpPr>
        <p:spPr>
          <a:xfrm flipH="1">
            <a:off x="5219325" y="265775"/>
            <a:ext cx="13200" cy="44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71" name="Google Shape;71;p15"/>
          <p:cNvCxnSpPr/>
          <p:nvPr/>
        </p:nvCxnSpPr>
        <p:spPr>
          <a:xfrm>
            <a:off x="6609300" y="259175"/>
            <a:ext cx="13200" cy="45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2" name="Google Shape;72;p15"/>
          <p:cNvSpPr txBox="1"/>
          <p:nvPr/>
        </p:nvSpPr>
        <p:spPr>
          <a:xfrm>
            <a:off x="1445185" y="449175"/>
            <a:ext cx="7020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Delta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404113" y="449175"/>
            <a:ext cx="1131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Omicron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BA.1/2/5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3888938" y="449175"/>
            <a:ext cx="1131300" cy="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Omicron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XBB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5373763" y="449175"/>
            <a:ext cx="1131300" cy="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Omicron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JN.1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6762000" y="449175"/>
            <a:ext cx="1131300" cy="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Late Omicron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 title="variant_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512" y="144700"/>
            <a:ext cx="8525875" cy="48540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" name="Google Shape;82;p16"/>
          <p:cNvCxnSpPr/>
          <p:nvPr/>
        </p:nvCxnSpPr>
        <p:spPr>
          <a:xfrm flipH="1" rot="10800000">
            <a:off x="873225" y="815100"/>
            <a:ext cx="78105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3" name="Google Shape;83;p16"/>
          <p:cNvCxnSpPr/>
          <p:nvPr/>
        </p:nvCxnSpPr>
        <p:spPr>
          <a:xfrm flipH="1" rot="10800000">
            <a:off x="873225" y="2411300"/>
            <a:ext cx="78105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4" name="Google Shape;84;p16"/>
          <p:cNvCxnSpPr/>
          <p:nvPr/>
        </p:nvCxnSpPr>
        <p:spPr>
          <a:xfrm flipH="1" rot="10800000">
            <a:off x="873225" y="2794325"/>
            <a:ext cx="78105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5" name="Google Shape;85;p16"/>
          <p:cNvCxnSpPr/>
          <p:nvPr/>
        </p:nvCxnSpPr>
        <p:spPr>
          <a:xfrm flipH="1" rot="10800000">
            <a:off x="873225" y="3177350"/>
            <a:ext cx="78105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 title="variant_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9884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 title="variant_first_appearance_cou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54713"/>
            <a:ext cx="8839204" cy="3634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